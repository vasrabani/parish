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B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AEAA-4B53-F4AB-D733-D1A2B8E2A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210D5-914A-1FDD-B2CB-537E36F1D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5CFD4-0EB9-740B-F535-9203AF7F7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D7A2-43F5-48BC-A404-111761175636}" type="datetimeFigureOut">
              <a:rPr lang="en-GB" smtClean="0"/>
              <a:t>10/10/2024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14A80-3129-B588-AAAB-C134CE6E3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4C4FC-0E2F-7BF7-BC2D-48DC37B0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13695-1014-40A0-9246-E41E85F1E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00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73D69-B12B-1538-799D-3FA54B7DB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A1146-C6A3-310F-8134-C11FA4D4A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11FF1-9825-CD38-180F-3B741AC2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D7A2-43F5-48BC-A404-111761175636}" type="datetimeFigureOut">
              <a:rPr lang="en-GB" smtClean="0"/>
              <a:t>10/10/2024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F219C-161D-8DB9-D747-2C68ABB0F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88641-A37A-73EF-85BC-50F8000F1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13695-1014-40A0-9246-E41E85F1E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490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5E03-3284-FB2B-46EF-E38CEF05B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C25C9-A4BF-AD5D-6E44-F35D327C0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651CA-F6A6-E05E-25C5-49F1BA50B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D7A2-43F5-48BC-A404-111761175636}" type="datetimeFigureOut">
              <a:rPr lang="en-GB" smtClean="0"/>
              <a:t>10/10/2024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9688F-558A-78AD-BD10-09F1E87C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45DF7-D307-F99A-7B6E-38B5F797C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13695-1014-40A0-9246-E41E85F1E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33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C7BCB-C996-E250-645F-6CBA7139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9E7F0-3CBA-107E-B528-1F5F1B7877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CA091-E236-935D-F13D-3FE5DAA6B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810FA-4F7D-5415-B104-8F2F78F1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D7A2-43F5-48BC-A404-111761175636}" type="datetimeFigureOut">
              <a:rPr lang="en-GB" smtClean="0"/>
              <a:t>10/10/2024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5292F-5FB9-E8D5-B7F0-7E149E965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4F51B-51E8-2B50-F5D7-75D7DAA55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13695-1014-40A0-9246-E41E85F1E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80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BF7D0-37B6-7337-8828-42F18F017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5FE96-AF6D-53C6-E4EA-5C4929261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084C0-1BCE-44DF-2D5F-1ED03744A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0F8A2-2DDB-982B-30DF-3AC92701F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FF478-AA14-ACF1-DE39-3125A19D5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0986AB-4827-B967-4863-A92BA30E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D7A2-43F5-48BC-A404-111761175636}" type="datetimeFigureOut">
              <a:rPr lang="en-GB" smtClean="0"/>
              <a:t>10/10/2024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06241-6D81-F757-35C8-3479662A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11BFFB-6C5D-D955-1E65-31D15B15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13695-1014-40A0-9246-E41E85F1E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97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66E2-E949-2402-A6E8-1C716933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534808-95FD-F88A-68ED-1BC458BAB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D7A2-43F5-48BC-A404-111761175636}" type="datetimeFigureOut">
              <a:rPr lang="en-GB" smtClean="0"/>
              <a:t>10/10/2024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EF1729-2C46-59F2-33A7-94C71464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68E2C-98D8-08B0-8937-8A594C0E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13695-1014-40A0-9246-E41E85F1E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575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AB5F9C-801D-7745-6A4E-6BA02D15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D7A2-43F5-48BC-A404-111761175636}" type="datetimeFigureOut">
              <a:rPr lang="en-GB" smtClean="0"/>
              <a:t>10/10/2024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02700-EF8A-CD47-2DC7-EEEE7922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281E9-22D5-9060-B187-E7F81095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13695-1014-40A0-9246-E41E85F1E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517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369BE-8575-58C7-05D0-8CFA868B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B8CF7-4130-3E57-B62D-AD526E2C6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8593B-25F2-6BEE-2EB1-538E791C8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29AD3-0E4F-26D5-6838-5739E5D92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D7A2-43F5-48BC-A404-111761175636}" type="datetimeFigureOut">
              <a:rPr lang="en-GB" smtClean="0"/>
              <a:t>10/10/2024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01FBA-F686-69A2-2509-D09FAE501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BBA7C-091C-992C-9F96-A41AD1D53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13695-1014-40A0-9246-E41E85F1E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172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4B85-514A-5707-F760-1EE75905F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7D10C-B611-7F60-45F3-D3DEBA2A5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B5008-7C6F-1C67-4B60-A172EB1DD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62F5C-D8DB-2860-A165-6C10FE455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D7A2-43F5-48BC-A404-111761175636}" type="datetimeFigureOut">
              <a:rPr lang="en-GB" smtClean="0"/>
              <a:t>10/10/2024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E97D3-2AAE-93C2-BE6A-FE981C1B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265EA-03CC-0DDE-91CA-F97053D0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13695-1014-40A0-9246-E41E85F1E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66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2505-16EC-DFC8-3225-A7DD7D10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2A03D-5F55-8A2D-1A0B-D6AAA4810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ED7CA-FDF6-65F9-73E4-9BEB63D85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D7A2-43F5-48BC-A404-111761175636}" type="datetimeFigureOut">
              <a:rPr lang="en-GB" smtClean="0"/>
              <a:t>10/10/2024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4F5A0-CA49-1E58-91DC-2A8A0761F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E566D-06EC-8AD9-13F1-37700DC5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13695-1014-40A0-9246-E41E85F1E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10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AF121E-EB91-D93B-CE66-4A4F31D70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F7F04-468A-C787-2F7B-3CBF0DB26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81EBA-A20F-B702-E993-2B754EFE7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D7A2-43F5-48BC-A404-111761175636}" type="datetimeFigureOut">
              <a:rPr lang="en-GB" smtClean="0"/>
              <a:t>10/10/2024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952F9-FE08-B505-BD16-A527E27EA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973F2-0403-BE72-25D4-1227B61C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13695-1014-40A0-9246-E41E85F1E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32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5920D4-2BE9-B9E6-A194-4157EA31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6E78F-5970-7E88-12F6-000782C4C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8BFBE-B7F9-809D-E644-AA4439C52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ED7A2-43F5-48BC-A404-111761175636}" type="datetimeFigureOut">
              <a:rPr lang="en-GB" smtClean="0"/>
              <a:t>10/10/2024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89F71-E8E7-72BC-2564-193F0BF8E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44743-E0EE-E387-4140-83A18E482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413695-1014-40A0-9246-E41E85F1E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99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866327-63A0-66B5-87F9-4B10773FC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652969"/>
            <a:ext cx="11267872" cy="16901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5CB6ED-DA24-CEB2-BE16-9B488E406FD2}"/>
              </a:ext>
            </a:extLst>
          </p:cNvPr>
          <p:cNvSpPr txBox="1"/>
          <p:nvPr/>
        </p:nvSpPr>
        <p:spPr>
          <a:xfrm>
            <a:off x="8171234" y="1985382"/>
            <a:ext cx="2344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Inspection</a:t>
            </a:r>
            <a:r>
              <a:rPr lang="en-US" sz="1400" b="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1|2|3|3</a:t>
            </a:r>
            <a:endParaRPr lang="en-GB" sz="1400" b="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B80D83-64D2-FB01-8D15-51CBD7756025}"/>
              </a:ext>
            </a:extLst>
          </p:cNvPr>
          <p:cNvSpPr/>
          <p:nvPr/>
        </p:nvSpPr>
        <p:spPr>
          <a:xfrm>
            <a:off x="3900790" y="1819072"/>
            <a:ext cx="5972784" cy="474087"/>
          </a:xfrm>
          <a:prstGeom prst="rect">
            <a:avLst/>
          </a:prstGeom>
          <a:solidFill>
            <a:schemeClr val="bg1">
              <a:lumMod val="85000"/>
              <a:alpha val="4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80000" rtlCol="0" anchor="t" anchorCtr="0"/>
          <a:lstStyle/>
          <a:p>
            <a:r>
              <a:rPr lang="en-US" sz="1100" b="1" dirty="0">
                <a:solidFill>
                  <a:schemeClr val="tx1"/>
                </a:solidFill>
              </a:rPr>
              <a:t>Description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E272C-5AFC-43F5-6BFF-06D05160FE3F}"/>
              </a:ext>
            </a:extLst>
          </p:cNvPr>
          <p:cNvSpPr txBox="1"/>
          <p:nvPr/>
        </p:nvSpPr>
        <p:spPr>
          <a:xfrm>
            <a:off x="7957226" y="147860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Total Parish: 1</a:t>
            </a:r>
            <a:endParaRPr lang="en-GB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028417-D21A-0BC0-4C99-96B9A5BED9A6}"/>
              </a:ext>
            </a:extLst>
          </p:cNvPr>
          <p:cNvSpPr txBox="1"/>
          <p:nvPr/>
        </p:nvSpPr>
        <p:spPr>
          <a:xfrm>
            <a:off x="4824919" y="1846882"/>
            <a:ext cx="2188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Lorem…</a:t>
            </a:r>
            <a:endParaRPr lang="en-GB" sz="12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3003B9-95A8-DF29-8FF9-F84822E8852F}"/>
              </a:ext>
            </a:extLst>
          </p:cNvPr>
          <p:cNvSpPr/>
          <p:nvPr/>
        </p:nvSpPr>
        <p:spPr>
          <a:xfrm>
            <a:off x="5612859" y="1846881"/>
            <a:ext cx="1916349" cy="138501"/>
          </a:xfrm>
          <a:prstGeom prst="rect">
            <a:avLst/>
          </a:prstGeom>
          <a:solidFill>
            <a:schemeClr val="bg2">
              <a:lumMod val="25000"/>
              <a:alpha val="56000"/>
            </a:schemeClr>
          </a:solidFill>
          <a:ln>
            <a:solidFill>
              <a:schemeClr val="bg2">
                <a:lumMod val="25000"/>
                <a:alpha val="4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Location:  Manchester</a:t>
            </a:r>
            <a:endParaRPr lang="en-GB" sz="12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B7594A-16EE-9C6C-2E9B-A448BA4CEEA9}"/>
              </a:ext>
            </a:extLst>
          </p:cNvPr>
          <p:cNvSpPr/>
          <p:nvPr/>
        </p:nvSpPr>
        <p:spPr>
          <a:xfrm>
            <a:off x="5612859" y="2051498"/>
            <a:ext cx="1916349" cy="138501"/>
          </a:xfrm>
          <a:prstGeom prst="rect">
            <a:avLst/>
          </a:prstGeom>
          <a:solidFill>
            <a:schemeClr val="bg2">
              <a:lumMod val="25000"/>
              <a:alpha val="56000"/>
            </a:schemeClr>
          </a:solidFill>
          <a:ln>
            <a:solidFill>
              <a:schemeClr val="bg2">
                <a:lumMod val="25000"/>
                <a:alpha val="4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Contact:  XYZZ</a:t>
            </a:r>
            <a:endParaRPr lang="en-GB" sz="12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7A4186-09F3-D848-2166-27C76A1FC9DB}"/>
              </a:ext>
            </a:extLst>
          </p:cNvPr>
          <p:cNvSpPr/>
          <p:nvPr/>
        </p:nvSpPr>
        <p:spPr>
          <a:xfrm>
            <a:off x="7850222" y="1858422"/>
            <a:ext cx="1916349" cy="138501"/>
          </a:xfrm>
          <a:prstGeom prst="rect">
            <a:avLst/>
          </a:prstGeom>
          <a:solidFill>
            <a:schemeClr val="bg2">
              <a:lumMod val="25000"/>
              <a:alpha val="56000"/>
            </a:schemeClr>
          </a:solidFill>
          <a:ln>
            <a:solidFill>
              <a:schemeClr val="bg2">
                <a:lumMod val="25000"/>
                <a:alpha val="4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Phone :  XYZZ</a:t>
            </a:r>
            <a:endParaRPr lang="en-GB" sz="12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35A6ABD-B3C5-75AA-7CF1-CB68B8592367}"/>
              </a:ext>
            </a:extLst>
          </p:cNvPr>
          <p:cNvSpPr/>
          <p:nvPr/>
        </p:nvSpPr>
        <p:spPr>
          <a:xfrm>
            <a:off x="3988340" y="2120748"/>
            <a:ext cx="515567" cy="1385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View</a:t>
            </a:r>
            <a:endParaRPr lang="en-GB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44F53D-ACBB-B0A2-5B80-6DBE7CEF0C47}"/>
              </a:ext>
            </a:extLst>
          </p:cNvPr>
          <p:cNvCxnSpPr>
            <a:stCxn id="15" idx="2"/>
          </p:cNvCxnSpPr>
          <p:nvPr/>
        </p:nvCxnSpPr>
        <p:spPr>
          <a:xfrm flipH="1">
            <a:off x="3988340" y="2259249"/>
            <a:ext cx="257784" cy="474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DBAEB4F-492E-4604-8412-6F377075C55D}"/>
              </a:ext>
            </a:extLst>
          </p:cNvPr>
          <p:cNvSpPr txBox="1"/>
          <p:nvPr/>
        </p:nvSpPr>
        <p:spPr>
          <a:xfrm>
            <a:off x="3193103" y="2644826"/>
            <a:ext cx="1456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Button showing Parish data</a:t>
            </a:r>
            <a:endParaRPr lang="en-GB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3FE1BF-DA00-4D08-7C60-F7F41884190A}"/>
              </a:ext>
            </a:extLst>
          </p:cNvPr>
          <p:cNvCxnSpPr/>
          <p:nvPr/>
        </p:nvCxnSpPr>
        <p:spPr>
          <a:xfrm>
            <a:off x="7013643" y="2120748"/>
            <a:ext cx="515565" cy="1108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59D65D0-D594-7D17-FD1D-5210F4DCCDE8}"/>
              </a:ext>
            </a:extLst>
          </p:cNvPr>
          <p:cNvSpPr txBox="1"/>
          <p:nvPr/>
        </p:nvSpPr>
        <p:spPr>
          <a:xfrm>
            <a:off x="6502128" y="2928689"/>
            <a:ext cx="1456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level labels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BE0575-7F77-B4C0-8614-F677B5F35C12}"/>
              </a:ext>
            </a:extLst>
          </p:cNvPr>
          <p:cNvSpPr/>
          <p:nvPr/>
        </p:nvSpPr>
        <p:spPr>
          <a:xfrm>
            <a:off x="8171234" y="1969994"/>
            <a:ext cx="1867710" cy="4058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7C14ED-3692-FC59-4A34-530E2CE551F6}"/>
              </a:ext>
            </a:extLst>
          </p:cNvPr>
          <p:cNvSpPr txBox="1"/>
          <p:nvPr/>
        </p:nvSpPr>
        <p:spPr>
          <a:xfrm>
            <a:off x="8840009" y="2444768"/>
            <a:ext cx="1456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Shortcut to inspections</a:t>
            </a:r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5C5829-ED87-65CD-A610-4B6B417C1999}"/>
              </a:ext>
            </a:extLst>
          </p:cNvPr>
          <p:cNvSpPr/>
          <p:nvPr/>
        </p:nvSpPr>
        <p:spPr>
          <a:xfrm>
            <a:off x="8313906" y="1413148"/>
            <a:ext cx="1867710" cy="4058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0B90EA-D576-79A8-94C9-60C6DD7B0FB1}"/>
              </a:ext>
            </a:extLst>
          </p:cNvPr>
          <p:cNvSpPr txBox="1"/>
          <p:nvPr/>
        </p:nvSpPr>
        <p:spPr>
          <a:xfrm>
            <a:off x="8519401" y="747142"/>
            <a:ext cx="1828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Number of parishes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78FF83-7BA8-553A-92C2-8E7176087757}"/>
              </a:ext>
            </a:extLst>
          </p:cNvPr>
          <p:cNvSpPr txBox="1"/>
          <p:nvPr/>
        </p:nvSpPr>
        <p:spPr>
          <a:xfrm>
            <a:off x="2062264" y="3813243"/>
            <a:ext cx="781131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Notes&gt;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we use Base template please?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Style all pages with a common theme – using HTML, </a:t>
            </a:r>
            <a:r>
              <a:rPr lang="en-US" dirty="0" err="1"/>
              <a:t>css</a:t>
            </a:r>
            <a:r>
              <a:rPr lang="en-US" dirty="0"/>
              <a:t>, </a:t>
            </a:r>
            <a:r>
              <a:rPr lang="en-US" dirty="0" err="1"/>
              <a:t>js</a:t>
            </a:r>
            <a:r>
              <a:rPr lang="en-US" dirty="0"/>
              <a:t> or Bootstrap </a:t>
            </a:r>
            <a:r>
              <a:rPr lang="en-US"/>
              <a:t>etc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2021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E5F705A-5E81-4B3A-8EF4-911982DB3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662001-63E0-BDF6-5137-E9EFC49C5A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r="57315"/>
          <a:stretch/>
        </p:blipFill>
        <p:spPr>
          <a:xfrm>
            <a:off x="1437063" y="2854275"/>
            <a:ext cx="3217333" cy="1149451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D8F92D9-1751-4ABF-9CB7-D198C9A05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9067" y="0"/>
            <a:ext cx="1715241" cy="6858000"/>
          </a:xfrm>
          <a:custGeom>
            <a:avLst/>
            <a:gdLst>
              <a:gd name="connsiteX0" fmla="*/ 1619628 w 1715241"/>
              <a:gd name="connsiteY0" fmla="*/ 0 h 6858000"/>
              <a:gd name="connsiteX1" fmla="*/ 1715241 w 1715241"/>
              <a:gd name="connsiteY1" fmla="*/ 0 h 6858000"/>
              <a:gd name="connsiteX2" fmla="*/ 1711235 w 1715241"/>
              <a:gd name="connsiteY2" fmla="*/ 3148 h 6858000"/>
              <a:gd name="connsiteX3" fmla="*/ 95613 w 1715241"/>
              <a:gd name="connsiteY3" fmla="*/ 3429000 h 6858000"/>
              <a:gd name="connsiteX4" fmla="*/ 1711235 w 1715241"/>
              <a:gd name="connsiteY4" fmla="*/ 6854853 h 6858000"/>
              <a:gd name="connsiteX5" fmla="*/ 1715240 w 1715241"/>
              <a:gd name="connsiteY5" fmla="*/ 6858000 h 6858000"/>
              <a:gd name="connsiteX6" fmla="*/ 1619627 w 1715241"/>
              <a:gd name="connsiteY6" fmla="*/ 6858000 h 6858000"/>
              <a:gd name="connsiteX7" fmla="*/ 1615622 w 1715241"/>
              <a:gd name="connsiteY7" fmla="*/ 6854853 h 6858000"/>
              <a:gd name="connsiteX8" fmla="*/ 0 w 1715241"/>
              <a:gd name="connsiteY8" fmla="*/ 3429000 h 6858000"/>
              <a:gd name="connsiteX9" fmla="*/ 1615622 w 1715241"/>
              <a:gd name="connsiteY9" fmla="*/ 314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5241" h="6858000">
                <a:moveTo>
                  <a:pt x="1619628" y="0"/>
                </a:moveTo>
                <a:lnTo>
                  <a:pt x="1715241" y="0"/>
                </a:lnTo>
                <a:lnTo>
                  <a:pt x="1711235" y="3148"/>
                </a:lnTo>
                <a:cubicBezTo>
                  <a:pt x="724534" y="817446"/>
                  <a:pt x="95613" y="2049777"/>
                  <a:pt x="95613" y="3429000"/>
                </a:cubicBezTo>
                <a:cubicBezTo>
                  <a:pt x="95613" y="4808224"/>
                  <a:pt x="724534" y="6040555"/>
                  <a:pt x="1711235" y="6854853"/>
                </a:cubicBezTo>
                <a:lnTo>
                  <a:pt x="1715240" y="6858000"/>
                </a:lnTo>
                <a:lnTo>
                  <a:pt x="1619627" y="6858000"/>
                </a:lnTo>
                <a:lnTo>
                  <a:pt x="1615622" y="6854853"/>
                </a:lnTo>
                <a:cubicBezTo>
                  <a:pt x="628921" y="6040555"/>
                  <a:pt x="0" y="4808224"/>
                  <a:pt x="0" y="3429000"/>
                </a:cubicBezTo>
                <a:cubicBezTo>
                  <a:pt x="0" y="2049777"/>
                  <a:pt x="628921" y="817446"/>
                  <a:pt x="1615622" y="3148"/>
                </a:cubicBezTo>
                <a:close/>
              </a:path>
            </a:pathLst>
          </a:custGeom>
          <a:solidFill>
            <a:schemeClr val="accent6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36AB9-DA0F-C654-21E3-E1C83AD9A9A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prstClr val="white"/>
            </a:duotone>
          </a:blip>
          <a:srcRect l="11177" r="2" b="2"/>
          <a:stretch/>
        </p:blipFill>
        <p:spPr>
          <a:xfrm>
            <a:off x="6096001" y="2645865"/>
            <a:ext cx="4381748" cy="1566269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D6B998F-CA62-4EE6-B7E7-046377D4F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7816" y="2306119"/>
            <a:ext cx="1164184" cy="2245762"/>
          </a:xfrm>
          <a:custGeom>
            <a:avLst/>
            <a:gdLst>
              <a:gd name="connsiteX0" fmla="*/ 1436137 w 1488962"/>
              <a:gd name="connsiteY0" fmla="*/ 0 h 2872274"/>
              <a:gd name="connsiteX1" fmla="*/ 1488962 w 1488962"/>
              <a:gd name="connsiteY1" fmla="*/ 2668 h 2872274"/>
              <a:gd name="connsiteX2" fmla="*/ 1488962 w 1488962"/>
              <a:gd name="connsiteY2" fmla="*/ 2869607 h 2872274"/>
              <a:gd name="connsiteX3" fmla="*/ 1436137 w 1488962"/>
              <a:gd name="connsiteY3" fmla="*/ 2872274 h 2872274"/>
              <a:gd name="connsiteX4" fmla="*/ 0 w 1488962"/>
              <a:gd name="connsiteY4" fmla="*/ 1436137 h 2872274"/>
              <a:gd name="connsiteX5" fmla="*/ 1436137 w 1488962"/>
              <a:gd name="connsiteY5" fmla="*/ 0 h 287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8962" h="2872274">
                <a:moveTo>
                  <a:pt x="1436137" y="0"/>
                </a:moveTo>
                <a:lnTo>
                  <a:pt x="1488962" y="2668"/>
                </a:lnTo>
                <a:lnTo>
                  <a:pt x="1488962" y="2869607"/>
                </a:lnTo>
                <a:lnTo>
                  <a:pt x="1436137" y="2872274"/>
                </a:lnTo>
                <a:cubicBezTo>
                  <a:pt x="642980" y="2872274"/>
                  <a:pt x="0" y="2229294"/>
                  <a:pt x="0" y="1436137"/>
                </a:cubicBezTo>
                <a:cubicBezTo>
                  <a:pt x="0" y="642980"/>
                  <a:pt x="642980" y="0"/>
                  <a:pt x="1436137" y="0"/>
                </a:cubicBez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D8C0FA-F294-87BC-E021-A3F63DCEAA5B}"/>
              </a:ext>
            </a:extLst>
          </p:cNvPr>
          <p:cNvSpPr txBox="1"/>
          <p:nvPr/>
        </p:nvSpPr>
        <p:spPr>
          <a:xfrm>
            <a:off x="2023267" y="4023764"/>
            <a:ext cx="3846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 icons </a:t>
            </a:r>
            <a:r>
              <a:rPr lang="en-US" dirty="0" err="1"/>
              <a:t>etc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E0DDA6-2920-651B-3618-DAC9E78000EB}"/>
              </a:ext>
            </a:extLst>
          </p:cNvPr>
          <p:cNvCxnSpPr/>
          <p:nvPr/>
        </p:nvCxnSpPr>
        <p:spPr>
          <a:xfrm>
            <a:off x="3697357" y="4184688"/>
            <a:ext cx="2514600" cy="0"/>
          </a:xfrm>
          <a:prstGeom prst="straightConnector1">
            <a:avLst/>
          </a:prstGeom>
          <a:ln w="76200">
            <a:solidFill>
              <a:srgbClr val="5FB0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641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AA67C3D-6D28-4C64-81F8-295FC9396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5B77DD-BCCC-213E-AB86-501374D53F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1" r="2800"/>
          <a:stretch/>
        </p:blipFill>
        <p:spPr>
          <a:xfrm>
            <a:off x="2664294" y="-1"/>
            <a:ext cx="9526226" cy="3405188"/>
          </a:xfrm>
          <a:custGeom>
            <a:avLst/>
            <a:gdLst/>
            <a:ahLst/>
            <a:cxnLst/>
            <a:rect l="l" t="t" r="r" b="b"/>
            <a:pathLst>
              <a:path w="9526226" h="3405188">
                <a:moveTo>
                  <a:pt x="1617925" y="0"/>
                </a:moveTo>
                <a:lnTo>
                  <a:pt x="2711158" y="0"/>
                </a:lnTo>
                <a:lnTo>
                  <a:pt x="3027357" y="0"/>
                </a:lnTo>
                <a:lnTo>
                  <a:pt x="3491324" y="0"/>
                </a:lnTo>
                <a:lnTo>
                  <a:pt x="5200853" y="0"/>
                </a:lnTo>
                <a:lnTo>
                  <a:pt x="9526226" y="0"/>
                </a:lnTo>
                <a:lnTo>
                  <a:pt x="9526226" y="3405188"/>
                </a:lnTo>
                <a:lnTo>
                  <a:pt x="0" y="3405188"/>
                </a:lnTo>
                <a:lnTo>
                  <a:pt x="1596" y="3337395"/>
                </a:lnTo>
                <a:cubicBezTo>
                  <a:pt x="68390" y="1928213"/>
                  <a:pt x="632836" y="708413"/>
                  <a:pt x="1595801" y="14997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4283919-7E00-4FC2-BFC9-3F56E5880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64294" y="0"/>
            <a:ext cx="1953741" cy="3405188"/>
          </a:xfrm>
          <a:custGeom>
            <a:avLst/>
            <a:gdLst>
              <a:gd name="connsiteX0" fmla="*/ 340960 w 1953741"/>
              <a:gd name="connsiteY0" fmla="*/ 0 h 3405188"/>
              <a:gd name="connsiteX1" fmla="*/ 0 w 1953741"/>
              <a:gd name="connsiteY1" fmla="*/ 0 h 3405188"/>
              <a:gd name="connsiteX2" fmla="*/ 0 w 1953741"/>
              <a:gd name="connsiteY2" fmla="*/ 1 h 3405188"/>
              <a:gd name="connsiteX3" fmla="*/ 121075 w 1953741"/>
              <a:gd name="connsiteY3" fmla="*/ 1 h 3405188"/>
              <a:gd name="connsiteX4" fmla="*/ 143661 w 1953741"/>
              <a:gd name="connsiteY4" fmla="*/ 14998 h 3405188"/>
              <a:gd name="connsiteX5" fmla="*/ 1771120 w 1953741"/>
              <a:gd name="connsiteY5" fmla="*/ 3337396 h 3405188"/>
              <a:gd name="connsiteX6" fmla="*/ 1772750 w 1953741"/>
              <a:gd name="connsiteY6" fmla="*/ 3405188 h 3405188"/>
              <a:gd name="connsiteX7" fmla="*/ 1953741 w 1953741"/>
              <a:gd name="connsiteY7" fmla="*/ 3405188 h 3405188"/>
              <a:gd name="connsiteX8" fmla="*/ 1937324 w 1953741"/>
              <a:gd name="connsiteY8" fmla="*/ 3058183 h 3405188"/>
              <a:gd name="connsiteX9" fmla="*/ 363084 w 1953741"/>
              <a:gd name="connsiteY9" fmla="*/ 14997 h 3405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53741" h="3405188">
                <a:moveTo>
                  <a:pt x="340960" y="0"/>
                </a:moveTo>
                <a:lnTo>
                  <a:pt x="0" y="0"/>
                </a:lnTo>
                <a:lnTo>
                  <a:pt x="0" y="1"/>
                </a:lnTo>
                <a:lnTo>
                  <a:pt x="121075" y="1"/>
                </a:lnTo>
                <a:lnTo>
                  <a:pt x="143661" y="14998"/>
                </a:lnTo>
                <a:cubicBezTo>
                  <a:pt x="1126713" y="708414"/>
                  <a:pt x="1702933" y="1928214"/>
                  <a:pt x="1771120" y="3337396"/>
                </a:cubicBezTo>
                <a:lnTo>
                  <a:pt x="1772750" y="3405188"/>
                </a:lnTo>
                <a:lnTo>
                  <a:pt x="1953741" y="3405188"/>
                </a:lnTo>
                <a:lnTo>
                  <a:pt x="1937324" y="3058183"/>
                </a:lnTo>
                <a:cubicBezTo>
                  <a:pt x="1813464" y="1767912"/>
                  <a:pt x="1261851" y="662186"/>
                  <a:pt x="36308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6315E9-6BF3-EA3A-E224-866DCECACD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31" b="-1"/>
          <a:stretch/>
        </p:blipFill>
        <p:spPr>
          <a:xfrm>
            <a:off x="2866021" y="3452812"/>
            <a:ext cx="9531324" cy="3405187"/>
          </a:xfrm>
          <a:custGeom>
            <a:avLst/>
            <a:gdLst/>
            <a:ahLst/>
            <a:cxnLst/>
            <a:rect l="l" t="t" r="r" b="b"/>
            <a:pathLst>
              <a:path w="9531324" h="3405187">
                <a:moveTo>
                  <a:pt x="3977" y="0"/>
                </a:moveTo>
                <a:lnTo>
                  <a:pt x="9531324" y="0"/>
                </a:lnTo>
                <a:lnTo>
                  <a:pt x="9531324" y="3405187"/>
                </a:lnTo>
                <a:lnTo>
                  <a:pt x="5205951" y="3405187"/>
                </a:lnTo>
                <a:lnTo>
                  <a:pt x="3496422" y="3405187"/>
                </a:lnTo>
                <a:lnTo>
                  <a:pt x="3032455" y="3405187"/>
                </a:lnTo>
                <a:lnTo>
                  <a:pt x="2716256" y="3405187"/>
                </a:lnTo>
                <a:lnTo>
                  <a:pt x="2502754" y="3405187"/>
                </a:lnTo>
                <a:lnTo>
                  <a:pt x="2390998" y="3327786"/>
                </a:lnTo>
                <a:cubicBezTo>
                  <a:pt x="2217180" y="3200295"/>
                  <a:pt x="2046553" y="3062584"/>
                  <a:pt x="1874350" y="2922001"/>
                </a:cubicBezTo>
                <a:cubicBezTo>
                  <a:pt x="928725" y="2150026"/>
                  <a:pt x="0" y="1516318"/>
                  <a:pt x="0" y="168843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217FF4A-5EDF-43B7-90EE-BDD9F1E9E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60676" y="3452813"/>
            <a:ext cx="2740990" cy="3405187"/>
          </a:xfrm>
          <a:custGeom>
            <a:avLst/>
            <a:gdLst>
              <a:gd name="connsiteX0" fmla="*/ 2737014 w 2740990"/>
              <a:gd name="connsiteY0" fmla="*/ 0 h 3405187"/>
              <a:gd name="connsiteX1" fmla="*/ 2550901 w 2740990"/>
              <a:gd name="connsiteY1" fmla="*/ 0 h 3405187"/>
              <a:gd name="connsiteX2" fmla="*/ 2554960 w 2740990"/>
              <a:gd name="connsiteY2" fmla="*/ 168844 h 3405187"/>
              <a:gd name="connsiteX3" fmla="*/ 641512 w 2740990"/>
              <a:gd name="connsiteY3" fmla="*/ 2922002 h 3405187"/>
              <a:gd name="connsiteX4" fmla="*/ 114085 w 2740990"/>
              <a:gd name="connsiteY4" fmla="*/ 3327787 h 3405187"/>
              <a:gd name="connsiteX5" fmla="*/ 0 w 2740990"/>
              <a:gd name="connsiteY5" fmla="*/ 3405187 h 3405187"/>
              <a:gd name="connsiteX6" fmla="*/ 24734 w 2740990"/>
              <a:gd name="connsiteY6" fmla="*/ 3405187 h 3405187"/>
              <a:gd name="connsiteX7" fmla="*/ 238236 w 2740990"/>
              <a:gd name="connsiteY7" fmla="*/ 3405187 h 3405187"/>
              <a:gd name="connsiteX8" fmla="*/ 349992 w 2740990"/>
              <a:gd name="connsiteY8" fmla="*/ 3327786 h 3405187"/>
              <a:gd name="connsiteX9" fmla="*/ 866640 w 2740990"/>
              <a:gd name="connsiteY9" fmla="*/ 2922001 h 3405187"/>
              <a:gd name="connsiteX10" fmla="*/ 2740990 w 2740990"/>
              <a:gd name="connsiteY10" fmla="*/ 168843 h 3405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40990" h="3405187">
                <a:moveTo>
                  <a:pt x="2737014" y="0"/>
                </a:moveTo>
                <a:lnTo>
                  <a:pt x="2550901" y="0"/>
                </a:lnTo>
                <a:lnTo>
                  <a:pt x="2554960" y="168844"/>
                </a:lnTo>
                <a:cubicBezTo>
                  <a:pt x="2554960" y="1516319"/>
                  <a:pt x="1606862" y="2150027"/>
                  <a:pt x="641512" y="2922002"/>
                </a:cubicBezTo>
                <a:cubicBezTo>
                  <a:pt x="465716" y="3062585"/>
                  <a:pt x="291530" y="3200296"/>
                  <a:pt x="114085" y="3327787"/>
                </a:cubicBezTo>
                <a:lnTo>
                  <a:pt x="0" y="3405187"/>
                </a:lnTo>
                <a:lnTo>
                  <a:pt x="24734" y="3405187"/>
                </a:lnTo>
                <a:lnTo>
                  <a:pt x="238236" y="3405187"/>
                </a:lnTo>
                <a:lnTo>
                  <a:pt x="349992" y="3327786"/>
                </a:lnTo>
                <a:cubicBezTo>
                  <a:pt x="523810" y="3200295"/>
                  <a:pt x="694437" y="3062584"/>
                  <a:pt x="866640" y="2922001"/>
                </a:cubicBezTo>
                <a:cubicBezTo>
                  <a:pt x="1812265" y="2150026"/>
                  <a:pt x="2740990" y="1516318"/>
                  <a:pt x="2740990" y="168843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12C42-372A-E3D4-69CF-DAF34F060049}"/>
              </a:ext>
            </a:extLst>
          </p:cNvPr>
          <p:cNvSpPr txBox="1"/>
          <p:nvPr/>
        </p:nvSpPr>
        <p:spPr>
          <a:xfrm>
            <a:off x="8895522" y="3727174"/>
            <a:ext cx="295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Similar style to this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3809D0-8D82-F377-1EC6-44D906EB7EDB}"/>
              </a:ext>
            </a:extLst>
          </p:cNvPr>
          <p:cNvCxnSpPr/>
          <p:nvPr/>
        </p:nvCxnSpPr>
        <p:spPr>
          <a:xfrm flipV="1">
            <a:off x="10426148" y="1659835"/>
            <a:ext cx="0" cy="2019714"/>
          </a:xfrm>
          <a:prstGeom prst="straightConnector1">
            <a:avLst/>
          </a:prstGeom>
          <a:ln w="984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137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68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Meiryo</vt:lpstr>
      <vt:lpstr>ADLaM Display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</dc:creator>
  <cp:lastModifiedBy>Aaron</cp:lastModifiedBy>
  <cp:revision>2</cp:revision>
  <dcterms:created xsi:type="dcterms:W3CDTF">2024-10-10T07:05:29Z</dcterms:created>
  <dcterms:modified xsi:type="dcterms:W3CDTF">2024-10-10T07:24:23Z</dcterms:modified>
</cp:coreProperties>
</file>